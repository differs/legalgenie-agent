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A365D"/>
                </a:solidFill>
              </a:defRPr>
            </a:pPr>
            <a:r>
              <a:t>法律认知引擎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2C5282"/>
                </a:solidFill>
              </a:defRPr>
            </a:pPr>
            <a:r>
              <a:t>智能诉讼准备平台</a:t>
            </a:r>
          </a:p>
          <a:p>
            <a:r>
              <a:t>投资人演示文稿</a:t>
            </a:r>
          </a:p>
          <a:p>
            <a: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项目概述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市场痛点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产品介绍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商业模式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竞争分析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运营数据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团队介绍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融资计划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项目定位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AI 驱动的智能诉讼准备平台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帮助律师快速整理证据、构建证据链、生成法庭材料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让律师工作效率提升 10 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核心价值对比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法律认知引擎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人工整理证据 10 小时+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AI 自动提取 1 小时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容易遗漏关键证据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智能关联无遗漏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证据链手动构建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可视化时间轴自动生成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法庭材料手工整理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一键导出标准格式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愿景与使命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愿景：成为法律科技领域的领导者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使命：用 AI 技术让法律服务更高效、更普惠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市场痛点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律师的日常工作困境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证据整理耗时：一个案件 10-30 小时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证据材料多：50-200 份文件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人工成本高：3000-10000 元/案件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错误风险高：容易遗漏关键证据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市场规模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数据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中国律师人数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65 万+ (2025)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年诉讼案件量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3000 万+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法律科技市场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500 亿+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年增长率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25%+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产品介绍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产品架构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输出层：证据清单 | 时间轴报告 | 案件分析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画布层：可视化时间轴 + 双向锚定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认知层⭐: AI 自动提取日期/金额/人物/事件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摄入层：PDF | 图片 | 音频 | Excel | Word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智能文件解析：支持 10+ 文件格式，OCR 准确率 97%+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AI 信息提取：自动识别日期、金额、人物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时间轴画布：可视化证据链，拖拽排序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一键导出：标准证据清单、时间轴报告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产品优势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技术壁垒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LegalOne-R1 法律大模型 + 自研算法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数据安全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本地部署，数据不出服务器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用户体验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律师设计，符合工作习惯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价格优势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传统方案 1/3 价格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商业模式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收入来源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SaaS 订阅费 (60%)：基础版 999 元/月，专业版 2999 元/月，企业版 9999 元/月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私有化部署 (30%)：15-50 万/套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增值服务 (10%)：定制开发、培训服务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定价策略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目标客户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基础版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999 元/月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个人律师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文件解析 + 时间轴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专业版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2999 元/月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中小律所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+AI 提取 + 协作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企业版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9999 元/月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大型律所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全功能 + 定制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私有化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15-50 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政府/央企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本地部署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单位经济模型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754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92479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CAC (获客成本)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3000 元</a:t>
                      </a:r>
                    </a:p>
                  </a:txBody>
                  <a:tcPr/>
                </a:tc>
              </a:tr>
              <a:tr h="79247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ARPU (月均收入)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2500 元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LTV (客户终身价值)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75000 元</a:t>
                      </a:r>
                    </a:p>
                  </a:txBody>
                  <a:tcPr/>
                </a:tc>
              </a:tr>
              <a:tr h="79247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LTV/CAC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25:1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9248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回本周期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 个月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竞争分析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核心竞争优势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技术优势：LegalOne-R1 法律大模型集成，自有专利算法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市场优势：先入者优势，律师深度参与设计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成本优势：AI 提效，人效比高，边际成本低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运营数据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当前进展（2026 Q1）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394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70708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注册用户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1,200+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付费客户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180+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月经常性收入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45 万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月增长率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25%+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客户留存率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77071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NPS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财务预测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收入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增长率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利润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800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-200 万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3000 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275%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500 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8000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2500 万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1.8 亿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125%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6000 万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团队介绍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创始人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王舟 - 创始人 &amp; CEO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10 年+ 软件开发经验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前阿里巴巴高级技术专家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法律科技连续创业者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核心团队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背景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前腾讯 AI 实验室负责人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李四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COO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前华律网运营总监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产品总监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10 年法律产品设计经验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赵六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销售总监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前法大大销售 VP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融资计划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融资需求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融资金额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1500 万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出让股权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投后估值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1.5 亿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资金用途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产品研发 50% + 市场拓展 30% + 团队扩张 20%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资金使用计划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产品研发 (50%)：AI 模型训练 400 万 + 功能开发 350 万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市场拓展 (30%)：品牌推广 250 万 + 销售团队 200 万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团队扩张 (20%)：核心人才引进 300 万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投资亮点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✅ 大市场：500 亿 + 法律科技市场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✅ 强需求：律师效率痛点明显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✅ 高壁垒：AI 技术 + 行业 Know-How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✅ 快增长：月增长率 25%+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✅ 好模式：SaaS + 私有化双轮驱动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✅ 优团队：技术 + 法律 + 销售复合团队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A365D"/>
                </a:solidFill>
              </a:defRPr>
            </a:pPr>
            <a:r>
              <a:t>退出路径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IPO 上市 (5-7 年)：科创板/创业板，预计估值 50 亿+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并购退出 (3-5 年)：潜在收购方阿里/腾讯/法律垂直平台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股权转让 (2-3 年)：后续轮次融资时部分退出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800">
                <a:solidFill>
                  <a:srgbClr val="FFFFFF"/>
                </a:solidFill>
              </a:defRPr>
            </a:pPr>
            <a:r>
              <a:t>谢谢</a:t>
            </a:r>
          </a:p>
          <a:p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期待与您合作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公司：成都辨本企业管理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联系人：王舟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电话：15378391447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邮箱：main@mails.wedevs.org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